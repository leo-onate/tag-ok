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6858000" cy="9144000"/>
  <p:embeddedFontLst>
    <p:embeddedFont>
      <p:font typeface="Inter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FMXtx/tdetHmeK4BdySweMcW/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276f698a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276f698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76f698a6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276f698a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276f698a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276f698a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76f698a6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276f698a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DUOC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675" y="7559700"/>
            <a:ext cx="6282926" cy="15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 title="images - Edit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7650" y="3"/>
            <a:ext cx="2646975" cy="265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276f698a6_0_24"/>
          <p:cNvSpPr txBox="1"/>
          <p:nvPr/>
        </p:nvSpPr>
        <p:spPr>
          <a:xfrm>
            <a:off x="5039650" y="593450"/>
            <a:ext cx="61767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NOTICIA</a:t>
            </a:r>
            <a:endParaRPr sz="4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276f698a6_0_13"/>
          <p:cNvSpPr txBox="1"/>
          <p:nvPr/>
        </p:nvSpPr>
        <p:spPr>
          <a:xfrm>
            <a:off x="5039650" y="593450"/>
            <a:ext cx="61767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DEMOSTRACIÓN</a:t>
            </a:r>
            <a:r>
              <a:rPr lang="en-US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USUARIO</a:t>
            </a:r>
            <a:endParaRPr sz="4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76f698a6_0_17"/>
          <p:cNvSpPr txBox="1"/>
          <p:nvPr/>
        </p:nvSpPr>
        <p:spPr>
          <a:xfrm>
            <a:off x="5039650" y="593450"/>
            <a:ext cx="61767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DEMOSTRACION</a:t>
            </a:r>
            <a:endParaRPr sz="4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ADMIN</a:t>
            </a:r>
            <a:endParaRPr sz="4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76f698a6_0_2"/>
          <p:cNvSpPr txBox="1"/>
          <p:nvPr/>
        </p:nvSpPr>
        <p:spPr>
          <a:xfrm>
            <a:off x="5039650" y="593450"/>
            <a:ext cx="61767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VIDEO DEMOSTRACION</a:t>
            </a:r>
            <a:endParaRPr sz="4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